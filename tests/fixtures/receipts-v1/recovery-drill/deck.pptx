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recovery runbook review — Maintainer-authored fixture listing the current recovery steps and open handoffs. — Reliability lead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recovery runbook review — Maintainer-authored fixture listing the current recovery steps and open handoffs. — Reliability lead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database recovery drill for the next reliability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Engineering and operations leaders — Approve one bounded drill that produces a measured recovery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synthetic service has a documented backup path but no shared rehearsal result, so the team needs a safe exercise before changing production procedures.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Engineering and operations leaders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Approve one bounded drill that produces a measured recovery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Choose the database recovery drill for the next reliability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709160"/>
            <a:ext cx="124358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81888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4709160"/>
            <a:ext cx="124358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481888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Use synthetic data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Two-hour maintenance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No production writes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754380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Table-level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108960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Restore one synthetic table and record each operator handoff.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59352"/>
            <a:ext cx="754380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Full service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096512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Recreate the synthetic service in an isolated environment from backup.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46904"/>
            <a:ext cx="754380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5084064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Use synthetic data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database recovery drill for the next reliability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Trade-off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Operational depth versus rehearsal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Trade-off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Broader coverage versus faster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What the decision protects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Approve one bounded drill that produces a measured recovery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Run the table-level restore, record elapsed steps, and review the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Reliability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Run the table-level restore, record elapsed steps, and review the gaps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Review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2026-10-08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database recovery drill for the next reliability cycle</dc:title>
  <dc:subject>For Engineering and operations leaders — Approve one bounded drill that produces a measured recovery baseline</dc:subject>
  <dc:creator>Storyboard Studio</dc:creator>
  <cp:keywords/>
  <dc:description>Storyboard Studio 0.2.0; story schema 2; outline sha256 beea607a911db8b7777a92c48998da0a73b493402a51534b8e76b34dc94bd725; integrity does not prove factual truth.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