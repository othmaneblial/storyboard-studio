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Support handoff review — Author-owned synthesis from recent customer handoffs. — Customer success lead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Support handoff review — Author-owned synthesis from recent customer handoffs. — Customer success lead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onboarding pilot for the next release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For Product and customer-success leaders — Approve one measurable first-30-day onboarding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New customers receive inconsistent guidance after the sales handoff, and the team needs one bounded pilot before expanding the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71800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3108960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Product and customer-success leaders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959352"/>
            <a:ext cx="7132320" cy="74980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4096512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Approve one measurable first-30-day onboarding experience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46904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5084064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59536" y="4709160"/>
            <a:ext cx="124358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4818888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4709160"/>
            <a:ext cx="124358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4818888"/>
            <a:ext cx="12435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2971800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375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Constraint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9752" y="3108960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No new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60520" y="3959352"/>
            <a:ext cx="7132320" cy="74980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375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Constraint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9752" y="4096512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One product team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60520" y="4946904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Constraint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9752" y="5084064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Six-week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971800"/>
            <a:ext cx="754380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Concierge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7872" y="3108960"/>
            <a:ext cx="43616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A human-led cohort using the current product and a shared checklist.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59352"/>
            <a:ext cx="7543800" cy="74980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187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In-product 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47872" y="4096512"/>
            <a:ext cx="43616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A guided workflow implemented inside the current product experience.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946904"/>
            <a:ext cx="754380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Decision lens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47872" y="5084064"/>
            <a:ext cx="436168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No new platform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971800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Trade-off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108960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Reach versus learning depth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959352"/>
            <a:ext cx="7132320" cy="74980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6187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Trade-off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4096512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Speed versus automation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46904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What the decision protects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47872" y="5084064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Approve one measurable first-30-day onboarding experience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Run a five-customer concierge pilot and review the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2971800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3163824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73752" y="3108960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Owner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3108960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Onboarding lead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60520" y="3959352"/>
            <a:ext cx="7132320" cy="74980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4151376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73752" y="4096512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Next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9752" y="4096512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Run a five-customer concierge pilot and review the evidence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4946904"/>
            <a:ext cx="7132320" cy="74980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5138928"/>
            <a:ext cx="4937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73752" y="508406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7F4EE"/>
                </a:solidFill>
                <a:latin typeface="Aptos"/>
              </a:rPr>
              <a:t>Review 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9752" y="5084064"/>
            <a:ext cx="3950208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B8C0D6"/>
                </a:solidFill>
                <a:latin typeface="Aptos"/>
              </a:rPr>
              <a:t>2026-09-30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onboarding pilot for the next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onboarding pilot for the next release</dc:title>
  <dc:subject>For Product and customer-success leaders — Approve one measurable first-30-day onboarding experience</dc:subject>
  <dc:creator>Storyboard Studio</dc:creator>
  <cp:keywords/>
  <dc:description>Storyboard Studio 0.2.0; story schema 2; outline sha256 09ed8b4aed91feaa3e74518c63b521a40bd87365ac16d58ada3afc6fae05e3d5; integrity does not prove factual truth.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