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D3829"/>
                </a:solidFill>
                <a:latin typeface="Aptos Display"/>
              </a:rPr>
              <a:t>Human Remote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577060"/>
                </a:solidFill>
                <a:latin typeface="Aptos"/>
              </a:rPr>
              <a:t>A 30-day experience that helps new teammates feel useful sooner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F5EE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first-week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New teammates need confidence and context before they can contribute meaningful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first-week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7132320" cy="74980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Make belonging 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Create a clear human welcome before the first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7132320" cy="749808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Reduce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Show where questions go and what good progress looks like.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46904"/>
            <a:ext cx="7132320" cy="74980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Build early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Give every new teammate one useful contribution to 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Human Remote 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Design the first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A repeatable rhythm turns onboarding from a checklist into a shared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Design the first 30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71800"/>
            <a:ext cx="7132320" cy="74980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Week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Build relationships, vocabulary, and an accessible map of the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959352"/>
            <a:ext cx="7132320" cy="749808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Weeks two and three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Pair guided practice with an increasingly real piece of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4946904"/>
            <a:ext cx="7132320" cy="74980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Week four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Reflect together and agree on the next level of ownership.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Human Remote 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One shared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Measure whether people feel equipped to make a useful contribution, not just whether tasks were assigned.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One shared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7543800" cy="74980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Ask 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0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Check confidence after the first week, while changes still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7543800" cy="749808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Look for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096512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Notice when new teammates initiate work and seek the right help.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46904"/>
            <a:ext cx="7543800" cy="74980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3829"/>
                </a:solidFill>
                <a:latin typeface="Aptos"/>
              </a:rPr>
              <a:t>Improve the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5084064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77060"/>
                </a:solidFill>
                <a:latin typeface="Aptos"/>
              </a:rPr>
              <a:t>Use each cohort’s feedback to sharpen the next welcome.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Human Remote 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Remote Onboarding</dc:title>
  <dc:subject>A 30-day experience that helps new teammates feel useful sooner</dc:subject>
  <dc:creator>Storyboard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