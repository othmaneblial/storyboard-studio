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recovery runbook review — Maintainer-authored fixture listing the current recovery steps and open handoffs. — owner Reliability lead — status unresolved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recovery runbook review — Maintainer-authored fixture listing the current recovery steps and open handoffs. — owner Reliability lead — status unresolved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Choose the database recovery drill for the next reliability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For Engineering and operations leaders — Approve one bounded drill that produces a measured recovery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The synthetic service has a documented backup path but no shared rehearsal result, so the team needs a safe exercise before changing production procedures.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Engineering and operations leaders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Approve one bounded drill that produces a measured recovery baseline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Choose the database recovery drill for the next reliability cycle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database recovery drill for the next reliabilit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416052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Use synthetic data only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416052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Two-hour maintenance window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416052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No production writes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database recovery drill for the next reliabilit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Table-level restore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Restore one synthetic table and record each operator handoff.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Full service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Recreate the synthetic service in an isolated environment from backup.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Operational depth versus rehearsal 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Restore one synthetic table and record each operator handoff.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Recreate the synthetic service in an isolated environment from backup.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database recovery drill for the next reliabilit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Choose the database recovery drill for the next reliability 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Choose the database recovery drill for the next reliability cycle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3456432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Table-level 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Restore one synthetic table and record each operator handoff.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4224528" y="3730752"/>
            <a:ext cx="3456432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Full service 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Recreate the synthetic service in an isolated environment from backup.</a:t>
            </a:r>
          </a:p>
        </p:txBody>
      </p:sp>
      <p:sp>
        <p:nvSpPr>
          <p:cNvPr id="20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Operational depth versus rehearsal safety; Broader coverage versus faster learning  ·  OWNER  Reliability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database recovery drill for the next reliabilit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Run the table-level restore, record elapsed steps, and review the gaps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448056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57607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Run the table-level restore, record elapsed steps, and review the gaps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>Reliability lead</a:t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93268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2026-10-08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Review the author-supplied evidence and decide whether to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>Reliability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database recovery drill for the next reliabilit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database recovery drill for the next reliability cycle</dc:title>
  <dc:subject>For Engineering and operations leaders — Approve one bounded drill that produces a measured recovery baseline</dc:subject>
  <dc:creator>Storyboard Studio</dc:creator>
  <cp:keywords/>
  <dc:description>Storyboard Studio 0.2.0; story schema 2; outline sha256 74be438c07f668757eea13667121a546d110fdea9ffd4e479a4aea5229c57802; integrity does not prove factual truth.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