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Deprecation Path For The Legacy Events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Audience: API, developer-relations, and support leads | Outcome: Approve a migration path with an owned 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decision context decision clear for Choose the deprecation path for the legacy events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decision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Name who benefits and what changes for them.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Concrete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Describe the result people should be able to see.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Useful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Keep the first version focused and testable.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constraints decision clear for Choose the deprecation path for the legacy events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constraints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Current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Capture the conditions shaping the decision today.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Key constraint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Make the non-negotiable trade-off explicit.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a shared criterion to prioritize the next move.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options decision clear for Choose the deprecation path for the legacy events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options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Start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Make it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Learn quickly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Choose one meaningful workflow to prove the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Give the team a simple way to inspect progress.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trade-off decision clear for Choose the deprecation path for the legacy events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trade-off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Use this slide to make the trade-off decision clear for Choose the deprecation path for the legacy events API.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Protect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Set clear expectations around quality and ownership.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2999232" y="3730752"/>
            <a:ext cx="2231136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Design for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Remove steps that do not help the intended audience.</a:t>
            </a:r>
          </a:p>
        </p:txBody>
      </p:sp>
      <p:sp>
        <p:nvSpPr>
          <p:cNvPr id="20" name="semantic.decision.option.3"/>
          <p:cNvSpPr/>
          <p:nvPr/>
        </p:nvSpPr>
        <p:spPr>
          <a:xfrm>
            <a:off x="5449824" y="3730752"/>
            <a:ext cx="2231136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6128" y="3877056"/>
            <a:ext cx="19385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Keep it adaptable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128" y="4187952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Leave room for evidence to change the plan.</a:t>
            </a:r>
          </a:p>
        </p:txBody>
      </p:sp>
      <p:sp>
        <p:nvSpPr>
          <p:cNvPr id="23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Leave room for evidence to change the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Use this slide to make the owned next step decision clear for Choose the deprecation path for the legacy events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376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2357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86868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15544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One accountable owner: Assign responsibility for the immediate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39319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visible milestone: Define what completion looks like in plain language.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3" name="semantic.timeline.step.3"/>
          <p:cNvSpPr/>
          <p:nvPr/>
        </p:nvSpPr>
        <p:spPr>
          <a:xfrm>
            <a:off x="630936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274320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675887"/>
            <a:ext cx="22311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A review rhythm: Decide when the result will be assessed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4553712"/>
            <a:ext cx="22311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Deprecation Path For The Legacy Events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Deprecation Path For The Legacy Events Api</dc:title>
  <dc:subject>Audience: API, developer-relations, and support leads | Outcome: Approve a migration path with an owned custom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