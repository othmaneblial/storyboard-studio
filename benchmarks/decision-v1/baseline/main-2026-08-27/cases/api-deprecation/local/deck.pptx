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E"/>
                </a:solidFill>
                <a:latin typeface="Aptos Display"/>
              </a:rPr>
              <a:t>Choose the deprecation path for the legacy events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B8C0D6"/>
                </a:solidFill>
                <a:latin typeface="Aptos"/>
              </a:rPr>
              <a:t>For API, developer-relations, and support leads — Approve a migration path with an owned customer communicatio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0D6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1425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The legacy endpoint blocks schema improvements, but several synthetic benchmark clients still represent integrations that need a predictable migration window.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API, developer-relations, and support leads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Desired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Approve a migration path with an owned customer communication gate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Choose the deprecation path for the legacy events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deprecation path for the legacy events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The decision must work inside these author-defined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416052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Constraint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No silent breakage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416052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Constraint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Documented compatibility window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416052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Constraint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One migration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deprecation path for the legacy events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Compare only the options and decision lens supplied in the brief.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Versioned sunset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Announce a fixed sunset date with a compatibility adapter and migration guide.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Indefinite adapter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Maintain the old contract behind an adapter without a fixed removal date.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7F4EE"/>
                </a:solidFill>
                <a:latin typeface="Aptos"/>
              </a:rPr>
              <a:t>Platform simplicity versus migration pressure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Announce a fixed sunset date with a compatibility adapter and migration guide.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Maintain the old contract behind an adapter without a fixed removal date.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deprecation path for the legacy events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Choose the deprecation path for the legacy events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425"/>
                </a:solidFill>
                <a:latin typeface="Aptos"/>
              </a:rPr>
              <a:t>Choose the deprecation path for the legacy events API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3456432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Versioned sunset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Announce a fixed sunset date with a compatibility adapter and migration guide.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4224528" y="3730752"/>
            <a:ext cx="3456432" cy="102412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Indefinite adapter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Maintain the old contract behind an adapter without a fixed removal date.</a:t>
            </a:r>
          </a:p>
        </p:txBody>
      </p:sp>
      <p:sp>
        <p:nvSpPr>
          <p:cNvPr id="20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F4EE"/>
                </a:solidFill>
                <a:latin typeface="Aptos"/>
              </a:rPr>
              <a:t>RATIONALE  Platform simplicity versus migration pressure; Predictability versus maintenance duration  ·  OWNER  API platform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deprecation path for the legacy events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Publish the draft compatibility window for internal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709160"/>
            <a:ext cx="256032" cy="256032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5648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05456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4480560" y="3218688"/>
            <a:ext cx="6492240" cy="73152"/>
          </a:xfrm>
          <a:prstGeom prst="rect">
            <a:avLst/>
          </a:prstGeom>
          <a:solidFill>
            <a:srgbClr val="74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576072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Publish the draft compatibility window for internal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>API platform lead</a:t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932688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2026-11-15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Review the author-supplied evidence and decide whether to continue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>API platform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deprecation path for the legacy events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Choose the deprecation path for the legacy events API</dc:title>
  <dc:subject>For API, developer-relations, and support leads — Approve a migration path with an owned customer communicatio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