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Support Routing Pilot For Complex Account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Support and customer-success managers | Outcome: Approve one routing rule that preserves clear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Choose the support routing pilot for complex account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Choose the support routing pilot for complex account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Choose the support routing pilot for complex account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Choose the support routing pilot for complex account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Choose the support routing pilot for complex account questions.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Choose the support routing pilot for complex account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Support Routing Pilot For Complex Account Questions</dc:title>
  <dc:subject>Audience: Support and customer-success managers | Outcome: Approve one routing rule that preserves clear owner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