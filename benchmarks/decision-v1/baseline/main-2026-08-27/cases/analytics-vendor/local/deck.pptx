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security checklist — All benchmark requirements are fictional and reviewed only as fixture metadata. — owner Security lead — https://example.org/benchmark/analytics-checklist — checked 2026-08-27 — license CC0-1.0 — status author-checked — claims summary, block-1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security checklist — All benchmark requirements are fictional and reviewed only as fixture metadata. — owner Security lead — https://example.org/benchmark/analytics-checklist — checked 2026-08-27 — license CC0-1.0 — status author-checked — claims summary, block-1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7C86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23544"/>
                </a:solidFill>
                <a:latin typeface="Aptos Display"/>
              </a:rPr>
              <a:t>Select the analytics vendor for the product telemetry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5727A"/>
                </a:solidFill>
                <a:latin typeface="Aptos"/>
              </a:rPr>
              <a:t>For Engineering, product, and privacy leads — Approve one reversible telemetry pilot with clear data boundarie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727A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8F8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The team needs product usage signals but has not agreed on retention, regional hosting, or operating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Engineering, product, and privacy leads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Approve one reversible telemetry pilot with clear data boundaries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Select the analytics vendor for the product telemetry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EU hosting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Thirty-day raw retention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7C8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3544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727A"/>
                </a:solidFill>
                <a:latin typeface="Aptos"/>
              </a:rPr>
              <a:t>One integration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3544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3544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Managed vendor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727A"/>
                </a:solidFill>
                <a:latin typeface="Aptos"/>
              </a:rPr>
              <a:t>Use a hosted platform with a faster integration and external data processor.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3544"/>
                </a:solidFill>
                <a:latin typeface="Aptos"/>
              </a:rPr>
              <a:t>Self-hosted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727A"/>
                </a:solidFill>
                <a:latin typeface="Aptos"/>
              </a:rPr>
              <a:t>Operate an internal stack with more control and maintenance work.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23544"/>
                </a:solidFill>
                <a:latin typeface="Aptos"/>
              </a:rPr>
              <a:t>Delivery speed versus operational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727A"/>
                </a:solidFill>
                <a:latin typeface="Aptos"/>
              </a:rPr>
              <a:t>Use a hosted platform with a faster integration and external data processor.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727A"/>
                </a:solidFill>
                <a:latin typeface="Aptos"/>
              </a:rPr>
              <a:t>Operate an internal stack with more control and maintenance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Select the analytics vendor for the product telemetry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8F8"/>
                </a:solidFill>
                <a:latin typeface="Aptos"/>
              </a:rPr>
              <a:t>Select the analytics vendor for the product telemetry pilot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3544"/>
                </a:solidFill>
                <a:latin typeface="Aptos"/>
              </a:rPr>
              <a:t>Managed vendor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Use a hosted platform with a faster integration and external data processor.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3544"/>
                </a:solidFill>
                <a:latin typeface="Aptos"/>
              </a:rPr>
              <a:t>Self-hosted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Operate an internal stack with more control and maintenance work.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3544"/>
                </a:solidFill>
                <a:latin typeface="Aptos"/>
              </a:rPr>
              <a:t>RATIONALE  Delivery speed versus operational control; Managed cost versus maintenance load  ·  OWNER  Data platform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7C86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23544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727A"/>
                </a:solidFill>
                <a:latin typeface="Aptos"/>
              </a:rPr>
              <a:t>Run a two-week schema and retention proof with synthetic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A7C86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727A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D4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23544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B8D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7C86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23544"/>
                </a:solidFill>
                <a:latin typeface="Aptos"/>
              </a:rPr>
              <a:t>Run a two-week schema and retention proof with synthetic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727A"/>
                </a:solidFill>
                <a:latin typeface="Aptos"/>
              </a:rPr>
              <a:t>Data platform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0A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A7C86"/>
                </a:solidFill>
                <a:latin typeface="Aptos"/>
              </a:rPr>
              <a:t>2026-10-15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23544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727A"/>
                </a:solidFill>
                <a:latin typeface="Aptos"/>
              </a:rPr>
              <a:t>Data platform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727A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72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the analytics vendor for the product telemetry pilot</dc:title>
  <dc:subject>For Engineering, product, and privacy leads — Approve one reversible telemetry pilot with clear data boundarie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