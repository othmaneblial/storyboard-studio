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Select The Analytics Vendor For The Product Telemetry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Engineering, product, and privacy leads | Outcome: Approve one reversible telemetry pilot with 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Select the analytics vendor for the product telemetry 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Select the analytics vendor for the product telemetry 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Select the analytics vendor for the product telemetry 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Select the analytics vendor for the product telemetry 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Select the analytics vendor for the product telemetry pilot.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Select the analytics vendor for the product telemetry 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Select The Analytics Vendor For The Product Telemetry Pilo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 The Analytics Vendor For The Product Telemetry Pilot</dc:title>
  <dc:subject>Audience: Engineering, product, and privacy leads | Outcome: Approve one reversible telemetry pilot with clear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