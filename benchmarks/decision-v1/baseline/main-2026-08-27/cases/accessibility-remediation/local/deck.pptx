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accessibility audit — Permissioned benchmark fixture records only synthetic barrier categories. — owner Accessibility lead — benchmark/accessibility-audit.md#core-flow — checked 2026-08-27 — license CC0-1.0 — status author-checked — claims summary, block-1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accessibility audit — Permissioned benchmark fixture records only synthetic barrier categories. — owner Accessibility lead — benchmark/accessibility-audit.md#core-flow — checked 2026-08-27 — license CC0-1.0 — status author-checked — claims summary, block-1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383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1D3829"/>
                </a:solidFill>
                <a:latin typeface="Aptos Display"/>
              </a:rPr>
              <a:t>Approve the accessibility remediation sequence for the client portal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577060"/>
                </a:solidFill>
                <a:latin typeface="Aptos"/>
              </a:rPr>
              <a:t>For Product, engineering, design, and compliance leads — Choose an owned sequence that fixes critical barriers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77060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1F5EE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The synthetic audit fixture identifies keyboard, focus, labeling, and contrast barriers across the core account workflow.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Product, engineering, design, and compliance leads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Choose an owned sequence that fixes critical barriers before expansion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Approve the accessibility remediation sequence for the client portal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Core workflow first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No visual regression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4383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D3829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577060"/>
                </a:solidFill>
                <a:latin typeface="Aptos"/>
              </a:rPr>
              <a:t>Independent review 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D3829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1D3829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Barrier-first sequence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7060"/>
                </a:solidFill>
                <a:latin typeface="Aptos"/>
              </a:rPr>
              <a:t>Fix keyboard and labeling blockers before broader component cleanup.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1D3829"/>
                </a:solidFill>
                <a:latin typeface="Aptos"/>
              </a:rPr>
              <a:t>Component-first sequence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577060"/>
                </a:solidFill>
                <a:latin typeface="Aptos"/>
              </a:rPr>
              <a:t>Rebuild shared components first and then remediate each workflow.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1D3829"/>
                </a:solidFill>
                <a:latin typeface="Aptos"/>
              </a:rPr>
              <a:t>Immediate access versus architectural cleanup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77060"/>
                </a:solidFill>
                <a:latin typeface="Aptos"/>
              </a:rPr>
              <a:t>Fix keyboard and labeling blockers before broader component cleanup.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77060"/>
                </a:solidFill>
                <a:latin typeface="Aptos"/>
              </a:rPr>
              <a:t>Rebuild shared components first and then remediate each workflow.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Approve the accessibility remediation sequence for the client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F1F5EE"/>
                </a:solidFill>
                <a:latin typeface="Aptos"/>
              </a:rPr>
              <a:t>Approve the accessibility remediation sequence for the client portal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Barrier-first sequence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Fix keyboard and labeling blockers before broader component cleanup.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D3829"/>
                </a:solidFill>
                <a:latin typeface="Aptos"/>
              </a:rPr>
              <a:t>Component-first 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Rebuild shared components first and then remediate each workflow.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D3829"/>
                </a:solidFill>
                <a:latin typeface="Aptos"/>
              </a:rPr>
              <a:t>RATIONALE  Immediate access versus architectural cleanup; Focused verification versus broad consistency  ·  OWNER  Accessibility program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4383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1D3829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577060"/>
                </a:solidFill>
                <a:latin typeface="Aptos"/>
              </a:rPr>
              <a:t>Schedule the barrier-first sprint and independent keyboard 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E0E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4383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577060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D0DF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1D3829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B9D1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383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829"/>
                </a:solidFill>
                <a:latin typeface="Aptos"/>
              </a:rPr>
              <a:t>Schedule the barrier-first sprint and independent keyboard review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77060"/>
                </a:solidFill>
                <a:latin typeface="Aptos"/>
              </a:rPr>
              <a:t>Accessibility program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4383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438360"/>
                </a:solidFill>
                <a:latin typeface="Aptos"/>
              </a:rPr>
              <a:t>2026-09-25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D3829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77060"/>
                </a:solidFill>
                <a:latin typeface="Aptos"/>
              </a:rPr>
              <a:t>Accessibility program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77060"/>
                </a:solidFill>
                <a:latin typeface="Aptos"/>
              </a:rPr>
              <a:t>Approve the accessibility remediation sequence for the cli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57706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Approve the accessibility remediation sequence for the client portal</dc:title>
  <dc:subject>For Product, engineering, design, and compliance leads — Choose an owned sequence that fixes critical barriers</dc:subject>
  <dc:creator>Storyboard Studio</dc:creator>
  <cp:keywords/>
  <dc:description/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