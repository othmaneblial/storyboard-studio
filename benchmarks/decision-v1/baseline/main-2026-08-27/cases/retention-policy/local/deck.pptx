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policy inventory — Unresolved fixture source intentionally lacks a checked locator. — owner Privacy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policy inventory — Unresolved fixture source intentionally lacks a checked locator. — owner Privacy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9C54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5ECD8"/>
                </a:solidFill>
                <a:latin typeface="Aptos Display"/>
              </a:rPr>
              <a:t>Approve the default retention window for diagnostic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C7B99A"/>
                </a:solidFill>
                <a:latin typeface="Aptos"/>
              </a:rPr>
              <a:t>For Security, legal, platform, and product leaders — Set one documented default with an exception review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ECD8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7B99A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7151B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Diagnostic events support incident investigation, but indefinite storage increases privacy and discovery exposure while short windows can remove useful operational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Security, legal, platform, and product leaders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Set one documented default with an exception review path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Regional deletion controls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Existing storage tier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Documented exception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CD8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CD8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ECD8"/>
                </a:solidFill>
                <a:latin typeface="Aptos"/>
              </a:rPr>
              <a:t>Thirty-day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7B99A"/>
                </a:solidFill>
                <a:latin typeface="Aptos"/>
              </a:rPr>
              <a:t>Use a shorter default and require explicit approval for longer investigations.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ECD8"/>
                </a:solidFill>
                <a:latin typeface="Aptos"/>
              </a:rPr>
              <a:t>Ninety-day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7B99A"/>
                </a:solidFill>
                <a:latin typeface="Aptos"/>
              </a:rPr>
              <a:t>Keep a wider diagnostic window with higher storage and privacy exposure.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ECD8"/>
                </a:solidFill>
                <a:latin typeface="Aptos"/>
              </a:rPr>
              <a:t>Investigation depth versus privacy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B99A"/>
                </a:solidFill>
                <a:latin typeface="Aptos"/>
              </a:rPr>
              <a:t>Use a shorter default and require explicit approval for longer investigations.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B99A"/>
                </a:solidFill>
                <a:latin typeface="Aptos"/>
              </a:rPr>
              <a:t>Keep a wider diagnostic window with higher storage and privacy exposure.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51B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ECD8"/>
                </a:solidFill>
                <a:latin typeface="Aptos"/>
              </a:rPr>
              <a:t>Thirty-day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Use a shorter default and require explicit approval for longer investigations.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ECD8"/>
                </a:solidFill>
                <a:latin typeface="Aptos"/>
              </a:rPr>
              <a:t>Ninety-day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Keep a wider diagnostic window with higher storage and privacy exposure.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ECD8"/>
                </a:solidFill>
                <a:latin typeface="Aptos"/>
              </a:rPr>
              <a:t>RATIONALE  Investigation depth versus privacy exposure; Storage cost versus operational context  ·  OWNER  Platform governance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Circulate the thirty-day draft for legal and incident-response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6E5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79C54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ECD8"/>
                </a:solidFill>
                <a:latin typeface="Aptos"/>
              </a:rPr>
              <a:t>Circulate the thirty-day draft for legal and incident-response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7B99A"/>
                </a:solidFill>
                <a:latin typeface="Aptos"/>
              </a:rPr>
              <a:t>Platform governance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79C54"/>
                </a:solidFill>
                <a:latin typeface="Aptos"/>
              </a:rPr>
              <a:t>2026-11-01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ECD8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7B99A"/>
                </a:solidFill>
                <a:latin typeface="Aptos"/>
              </a:rPr>
              <a:t>Platform governance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Approve the default retention window for diagnostic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 the default retention window for diagnostic events</dc:title>
  <dc:subject>For Security, legal, platform, and product leaders — Set one documented default with an exception review path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