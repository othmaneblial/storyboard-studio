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Approve The Default Retention Window For Diagnostic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Security, legal, platform, and product leaders | Outcome: Set one documented default with an excepti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Approve the default retention window for diagnostic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Approve the default retention window for diagnostic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Approve the default retention window for diagnostic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Approve the default retention window for diagnostic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Approve the default retention window for diagnostic events.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Approve the default retention window for diagnostic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Default Retention Window For Diagnostic Events</dc:title>
  <dc:subject>Audience: Security, legal, platform, and product leaders | Outcome: Set one documented default with an excepti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