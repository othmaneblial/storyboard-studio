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runbook review — Fixture confirms only that the runbook locator exists. — owner Reliability lead — benchmark/recovery-runbook.md#scope — checked 2026-08-27 — license CC0-1.0 — status author-checked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runbook review — Fixture confirms only that the runbook locator exists. — owner Reliability lead — benchmark/recovery-runbook.md#scope — checked 2026-08-27 — license CC0-1.0 — status author-checked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1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8A4B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5E7"/>
                </a:solidFill>
                <a:latin typeface="Aptos Display"/>
              </a:rPr>
              <a:t>Approve the recovery drill scope for the next reliability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D6B9A8"/>
                </a:solidFill>
                <a:latin typeface="Aptos"/>
              </a:rPr>
              <a:t>For Engineering and operations leadership — Choose a drill that produces an owned recovery runbook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5E7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6B9A8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5120F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1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08A4B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FF5E7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6B9A8"/>
                </a:solidFill>
                <a:latin typeface="Aptos"/>
              </a:rPr>
              <a:t>The backup process is documented but the team has not rehearsed service restoration under a bounded incident scenario.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08A4B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6B9A8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5E7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8A4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5E7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6B9A8"/>
                </a:solidFill>
                <a:latin typeface="Aptos"/>
              </a:rPr>
              <a:t>Engineering and operations leadership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4B2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8A4B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5E7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6B9A8"/>
                </a:solidFill>
                <a:latin typeface="Aptos"/>
              </a:rPr>
              <a:t>Choose a drill that produces an owned recovery runbook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8A4B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5E7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6B9A8"/>
                </a:solidFill>
                <a:latin typeface="Aptos"/>
              </a:rPr>
              <a:t>Approve the recovery drill scope for the next reliability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6B9A8"/>
                </a:solidFill>
                <a:latin typeface="Aptos"/>
              </a:rPr>
              <a:t>Approve the recovery drill scope for the next reliability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6B9A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1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08A4B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FF5E7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6B9A8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08A4B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6B9A8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5E7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8A4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5E7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6B9A8"/>
                </a:solidFill>
                <a:latin typeface="Aptos"/>
              </a:rPr>
              <a:t>No customer outage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4B2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8A4B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5E7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6B9A8"/>
                </a:solidFill>
                <a:latin typeface="Aptos"/>
              </a:rPr>
              <a:t>Two-hour exercise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8A4B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5E7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6B9A8"/>
                </a:solidFill>
                <a:latin typeface="Aptos"/>
              </a:rPr>
              <a:t>Synthetic production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6B9A8"/>
                </a:solidFill>
                <a:latin typeface="Aptos"/>
              </a:rPr>
              <a:t>Approve the recovery drill scope for the next reliability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6B9A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1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08A4B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FF5E7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6B9A8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08A4B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6B9A8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5E7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4B2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5E7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5E7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5E7"/>
                </a:solidFill>
                <a:latin typeface="Aptos"/>
              </a:rPr>
              <a:t>Tabletop drill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6B9A8"/>
                </a:solidFill>
                <a:latin typeface="Aptos"/>
              </a:rPr>
              <a:t>Walk through ownership and decisions without changing live infrastructure.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4B2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5E7"/>
                </a:solidFill>
                <a:latin typeface="Aptos"/>
              </a:rPr>
              <a:t>Isolated 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6B9A8"/>
                </a:solidFill>
                <a:latin typeface="Aptos"/>
              </a:rPr>
              <a:t>Restore a scrubbed snapshot into a temporary isolated environment.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5E7"/>
                </a:solidFill>
                <a:latin typeface="Aptos"/>
              </a:rPr>
              <a:t>Operational realism versus execution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6B9A8"/>
                </a:solidFill>
                <a:latin typeface="Aptos"/>
              </a:rPr>
              <a:t>Walk through ownership and decisions without changing live infrastructure.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6B9A8"/>
                </a:solidFill>
                <a:latin typeface="Aptos"/>
              </a:rPr>
              <a:t>Restore a scrubbed snapshot into a temporary isolated environment.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6B9A8"/>
                </a:solidFill>
                <a:latin typeface="Aptos"/>
              </a:rPr>
              <a:t>Approve the recovery drill scope for the next reliability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6B9A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1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08A4B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FF5E7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6B9A8"/>
                </a:solidFill>
                <a:latin typeface="Aptos"/>
              </a:rPr>
              <a:t>Approve the recovery drill scope for the next reliability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08A4B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6B9A8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5E7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5120F"/>
                </a:solidFill>
                <a:latin typeface="Aptos"/>
              </a:rPr>
              <a:t>Approve the recovery drill scope for the next reliability cycle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5E7"/>
                </a:solidFill>
                <a:latin typeface="Aptos"/>
              </a:rPr>
              <a:t>Tabletop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6B9A8"/>
                </a:solidFill>
                <a:latin typeface="Aptos"/>
              </a:rPr>
              <a:t>Walk through ownership and decisions without changing live infrastructure.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4B2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5E7"/>
                </a:solidFill>
                <a:latin typeface="Aptos"/>
              </a:rPr>
              <a:t>Isolated restore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6B9A8"/>
                </a:solidFill>
                <a:latin typeface="Aptos"/>
              </a:rPr>
              <a:t>Restore a scrubbed snapshot into a temporary isolated environment.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4B2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5E7"/>
                </a:solidFill>
                <a:latin typeface="Aptos"/>
              </a:rPr>
              <a:t>RATIONALE  Operational realism versus execution risk; Preparation effort versus evidence quality  ·  OWNER  Reliability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6B9A8"/>
                </a:solidFill>
                <a:latin typeface="Aptos"/>
              </a:rPr>
              <a:t>Approve the recovery drill scope for the next reliability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6B9A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12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08A4B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FF5E7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6B9A8"/>
                </a:solidFill>
                <a:latin typeface="Aptos"/>
              </a:rPr>
              <a:t>Schedule the isolated restore and assign observers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3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F08A4B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6B9A8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4B2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4B2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5E7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79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08A4B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5E7"/>
                </a:solidFill>
                <a:latin typeface="Aptos"/>
              </a:rPr>
              <a:t>Schedule the isolated restore and assign observers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6B9A8"/>
                </a:solidFill>
                <a:latin typeface="Aptos"/>
              </a:rPr>
              <a:t>Reliability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F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08A4B"/>
                </a:solidFill>
                <a:latin typeface="Aptos"/>
              </a:rPr>
              <a:t>2026-10-01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5E7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6B9A8"/>
                </a:solidFill>
                <a:latin typeface="Aptos"/>
              </a:rPr>
              <a:t>Reliability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6B9A8"/>
                </a:solidFill>
                <a:latin typeface="Aptos"/>
              </a:rPr>
              <a:t>Approve the recovery drill scope for the next reliability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6B9A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Approve the recovery drill scope for the next reliability cycle</dc:title>
  <dc:subject>For Engineering and operations leadership — Choose a drill that produces an owned recovery runbook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