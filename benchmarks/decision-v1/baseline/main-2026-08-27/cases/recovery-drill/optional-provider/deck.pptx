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Approve The Recovery Drill Scope For The Next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Engineering and operations leadership | Outcome: Choose a drill that produces an owned recovery runb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Approve the recovery drill scope for the next reliability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Recovery Drill Scope For The Next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Approve the recovery drill scope for the next reliability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Recovery Drill Scope For The Next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Approve the recovery drill scope for the next reliability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Recovery Drill Scope For The Next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Approve the recovery drill scope for the next reliability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Approve the recovery drill scope for the next reliability cycle.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Recovery Drill Scope For The Next Reliability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Approve the recovery drill scope for the next reliability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Approve The Recovery Drill Scope For The Next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 The Recovery Drill Scope For The Next Reliability</dc:title>
  <dc:subject>Audience: Engineering and operations leadership | Outcome: Choose a drill that produces an owned recovery runb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