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handoff review — Permissioned synthetic excerpt for benchmark structure only. — owner Benchmark maintainer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handoff review — Permissioned synthetic excerpt for benchmark structure only. — owner Benchmark maintainer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onboarding pilot for the next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For Product and customer-success leaders — Approve one measurable first-30-day onboarding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New customers receive inconsistent guidance after the sales handoff, and the team needs one bounded pilot before expanding the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Product and customer-success leaders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Approve one measurable first-30-day onboarding experience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No new platform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One product team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Six-week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Concierge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A human-led cohort using the current product and a shared checklist.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In-product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A guided workflow implemented inside the current product experience.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Reach versus learning 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A human-led cohort using the current product and a shared checklist.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A guided workflow implemented inside the current product experience.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Concierge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 human-led cohort using the current product and a shared checklist.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In-product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 guided workflow implemented inside the current product experience.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Reach versus learning depth; Speed versus automation  ·  OWNER  Onboarding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Run a five-customer concierge pilot and review the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Run a five-customer concierge pilot and review the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Onboarding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2026-09-30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Onboarding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onboarding pilot for the next release</dc:title>
  <dc:subject>For Product and customer-success leaders — Approve one measurable first-30-day onboarding experience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