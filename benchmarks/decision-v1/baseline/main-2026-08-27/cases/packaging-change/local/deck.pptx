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damage review — No factual damage rate is asserted in this benchmark fixture. — owner Warehouse quality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damage review — No factual damage rate is asserted in this benchmark fixture. — owner Warehouse quality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9C54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5ECD8"/>
                </a:solidFill>
                <a:latin typeface="Aptos Display"/>
              </a:rPr>
              <a:t>Choose the packaging change pilot for fragile warehouse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C7B99A"/>
                </a:solidFill>
                <a:latin typeface="Aptos"/>
              </a:rPr>
              <a:t>For Warehouse, procurement, support, and sustainability leads — Approve one measurable packing pilot without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7B99A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7151B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Synthetic damage reports suggest that fragile orders need a more consistent packing method, while material use and packing time remain decision constraints rather than verified benchmark 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Warehouse, procurement, support, and sustainability leads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Approve one measurable packing pilot without disrupting daily fulfillment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Choose the packaging change pilot for fragile warehouse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Current packing line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One product family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9C54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ECD8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7B99A"/>
                </a:solidFill>
                <a:latin typeface="Aptos"/>
              </a:rPr>
              <a:t>Recyclable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CD8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CD8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Standard insert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B99A"/>
                </a:solidFill>
                <a:latin typeface="Aptos"/>
              </a:rPr>
              <a:t>Add one recyclable insert and a fixed packing checklist for the pilot family.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ECD8"/>
                </a:solidFill>
                <a:latin typeface="Aptos"/>
              </a:rPr>
              <a:t>Adaptive packing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7B99A"/>
                </a:solidFill>
                <a:latin typeface="Aptos"/>
              </a:rPr>
              <a:t>Let packers select materials from a decision guide based on item shape.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ECD8"/>
                </a:solidFill>
                <a:latin typeface="Aptos"/>
              </a:rPr>
              <a:t>Consistency versus material flexibility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B99A"/>
                </a:solidFill>
                <a:latin typeface="Aptos"/>
              </a:rPr>
              <a:t>Add one recyclable insert and a fixed packing checklist for the pilot family.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7B99A"/>
                </a:solidFill>
                <a:latin typeface="Aptos"/>
              </a:rPr>
              <a:t>Let packers select materials from a decision guide based on item shape.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Choose the packaging change pilot for fragile warehouse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151B"/>
                </a:solidFill>
                <a:latin typeface="Aptos"/>
              </a:rPr>
              <a:t>Choose the packaging change pilot for fragile warehouse orders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ECD8"/>
                </a:solidFill>
                <a:latin typeface="Aptos"/>
              </a:rPr>
              <a:t>Standard insert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Add one recyclable insert and a fixed packing checklist for the pilot family.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ECD8"/>
                </a:solidFill>
                <a:latin typeface="Aptos"/>
              </a:rPr>
              <a:t>Adaptive packing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Let packers select materials from a decision guide based on item shape.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ECD8"/>
                </a:solidFill>
                <a:latin typeface="Aptos"/>
              </a:rPr>
              <a:t>RATIONALE  Consistency versus material flexibility; Training simplicity versus packing discretion  ·  OWNER  Warehouse operations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79C54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5ECD8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7B99A"/>
                </a:solidFill>
                <a:latin typeface="Aptos"/>
              </a:rPr>
              <a:t>Run the standard insert pilot on synthetic tracked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28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C79C54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7B99A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3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5ECD8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6E5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79C54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ECD8"/>
                </a:solidFill>
                <a:latin typeface="Aptos"/>
              </a:rPr>
              <a:t>Run the standard insert pilot on synthetic tracked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7B99A"/>
                </a:solidFill>
                <a:latin typeface="Aptos"/>
              </a:rPr>
              <a:t>Warehouse operations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C7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79C54"/>
                </a:solidFill>
                <a:latin typeface="Aptos"/>
              </a:rPr>
              <a:t>2026-10-12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ECD8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7B99A"/>
                </a:solidFill>
                <a:latin typeface="Aptos"/>
              </a:rPr>
              <a:t>Warehouse operations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B99A"/>
                </a:solidFill>
                <a:latin typeface="Aptos"/>
              </a:rPr>
              <a:t>Choose the packaging change pilot for fragile warehouse 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7B99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packaging change pilot for fragile warehouse orders</dc:title>
  <dc:subject>For Warehouse, procurement, support, and sustainability leads — Approve one measurable packing pilot without d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