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Packaging Change Pilot For Fragile Warehouse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Audience: Warehouse, procurement, support, and sustainability leads | Outcome: Approve one measurable packing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decision context decision clear for Choose the packaging change pilot for fragile warehouse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Name who benefits and what changes for them.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Concrete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Describe the result people should be able to see.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Useful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Keep the first version focused and testable.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Packaging Change Pilot For Fragile Warehouse 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constraints decision clear for Choose the packaging change pilot for fragile warehouse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Current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Capture the conditions shaping the decision today.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Key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Make the non-negotiable trade-off explicit.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Use a shared criterion to prioritize the next move.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Packaging Change Pilot For Fragile Warehouse 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options decision clear for Choose the packaging change pilot for fragile warehouse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Start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Make it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Learn quickly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Packaging Change Pilot For Fragile Warehouse 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trade-off decision clear for Choose the packaging change pilot for fragile warehouse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Use this slide to make the trade-off decision clear for Choose the packaging change pilot for fragile warehouse orders.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Protect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Set clear expectations around quality and ownership.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2999232" y="3730752"/>
            <a:ext cx="2231136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Design for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Remove steps that do not help the intended audience.</a:t>
            </a:r>
          </a:p>
        </p:txBody>
      </p:sp>
      <p:sp>
        <p:nvSpPr>
          <p:cNvPr id="20" name="semantic.decision.option.3"/>
          <p:cNvSpPr/>
          <p:nvPr/>
        </p:nvSpPr>
        <p:spPr>
          <a:xfrm>
            <a:off x="5449824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Keep it adaptable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Leave room for evidence to change the plan.</a:t>
            </a:r>
          </a:p>
        </p:txBody>
      </p:sp>
      <p:sp>
        <p:nvSpPr>
          <p:cNvPr id="23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Leave room for evidence to change the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Packaging Change Pilot For Fragile Warehouse 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owned next step decision clear for Choose the packaging change pilot for fragile warehouse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357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86868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15544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One accountable owner: Assign responsibility for the immediate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39319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visible milestone: Define what completion looks like in plain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3" name="semantic.timeline.step.3"/>
          <p:cNvSpPr/>
          <p:nvPr/>
        </p:nvSpPr>
        <p:spPr>
          <a:xfrm>
            <a:off x="630936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review rhythm: Decide when the result will be assessed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Packaging Change Pilot For Fragile Warehouse 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Packaging Change Pilot For Fragile Warehouse Orders</dc:title>
  <dc:subject>Audience: Warehouse, procurement, support, and sustainability leads | Outcome: Approve one measurable packing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