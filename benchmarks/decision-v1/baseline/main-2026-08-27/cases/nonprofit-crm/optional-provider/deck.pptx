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7F4EE"/>
                </a:solidFill>
                <a:latin typeface="Aptos Display"/>
              </a:rPr>
              <a:t>Select The Donor Crm Pilot For The Next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B8C0D6"/>
                </a:solidFill>
                <a:latin typeface="Aptos"/>
              </a:rPr>
              <a:t>Audience: Fundraising, operations, and volunteer coordinators | Outcome: Approve one small pilot that improves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8C0D6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1425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decision context decision clear for Select the donor CRM pilot for the next fundraising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Audience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Name who benefits and what changes for them.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Concrete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Describe the result people should be able to see.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Useful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Keep the first version focused and testable.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Select The Donor Crm Pilot For The Next Fundraising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constraints decision clear for Select the donor CRM pilot for the next fundraising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Current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Capture the conditions shaping the decision today.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Key constraint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Make the non-negotiable trade-off explicit.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Decision lens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Use a shared criterion to prioritize the next move.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Select The Donor Crm Pilot For The Next Fundraising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options decision clear for Select the donor CRM pilot for the next fundraising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Start 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Make it visible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7F4EE"/>
                </a:solidFill>
                <a:latin typeface="Aptos"/>
              </a:rPr>
              <a:t>Learn quickly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Select The Donor Crm Pilot For The Next Fundraising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trade-off decision clear for Select the donor CRM pilot for the next fundraising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425"/>
                </a:solidFill>
                <a:latin typeface="Aptos"/>
              </a:rPr>
              <a:t>Use this slide to make the trade-off decision clear for Select the donor CRM pilot for the next fundraising cycle.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Protect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Set clear expectations around quality and ownership.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2999232" y="3730752"/>
            <a:ext cx="2231136" cy="102412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5536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Design for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Remove steps that do not help the intended audience.</a:t>
            </a:r>
          </a:p>
        </p:txBody>
      </p:sp>
      <p:sp>
        <p:nvSpPr>
          <p:cNvPr id="20" name="semantic.decision.option.3"/>
          <p:cNvSpPr/>
          <p:nvPr/>
        </p:nvSpPr>
        <p:spPr>
          <a:xfrm>
            <a:off x="5449824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6128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Keep it adaptable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Leave room for evidence to change the plan.</a:t>
            </a:r>
          </a:p>
        </p:txBody>
      </p:sp>
      <p:sp>
        <p:nvSpPr>
          <p:cNvPr id="23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F4EE"/>
                </a:solidFill>
                <a:latin typeface="Aptos"/>
              </a:rPr>
              <a:t>RATIONALE  Leave room for evidence to change the plan.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Select The Donor Crm Pilot For The Next Fundraising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owned next step decision clear for Select the donor CRM pilot for the next fundraising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8823960" y="4709160"/>
            <a:ext cx="256032" cy="256032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73768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23576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868680" y="3218688"/>
            <a:ext cx="6492240" cy="73152"/>
          </a:xfrm>
          <a:prstGeom prst="rect">
            <a:avLst/>
          </a:prstGeom>
          <a:solidFill>
            <a:srgbClr val="74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155448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One accountable owner: Assign responsibility for the immediate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393192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visible milestone: Define what completion looks like in plain language.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3" name="semantic.timeline.step.3"/>
          <p:cNvSpPr/>
          <p:nvPr/>
        </p:nvSpPr>
        <p:spPr>
          <a:xfrm>
            <a:off x="630936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667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review rhythm: Decide when the result will be assessed together.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Select The Donor Crm Pilot For The Next Fundraising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 The Donor Crm Pilot For The Next Fundraising</dc:title>
  <dc:subject>Audience: Fundraising, operations, and volunteer coordinators | Outcome: Approve one small pilot that improves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