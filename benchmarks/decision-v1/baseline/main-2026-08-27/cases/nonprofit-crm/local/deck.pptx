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workflow map — Benchmark-only workflow excerpt remains intentionally unresolved. — owner Operations coordinator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workflow map — Benchmark-only workflow excerpt remains intentionally unresolved. — owner Operations coordinator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7C86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23544"/>
                </a:solidFill>
                <a:latin typeface="Aptos Display"/>
              </a:rPr>
              <a:t>Select the donor CRM pilot for the next fundraising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5727A"/>
                </a:solidFill>
                <a:latin typeface="Aptos"/>
              </a:rPr>
              <a:t>For Fundraising, operations, and volunteer coordinators — Approve one small pilot that improves follow-up owne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727A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8F8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Donor follow-up is tracked in separate files and volunteers cannot see a consistent next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Fundraising, operations, and volunteer coordinators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Approve one small pilot that improves follow-up ownership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Permissioned synthetic data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Five pilot users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Existing email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3544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3544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Hosted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727A"/>
                </a:solidFill>
                <a:latin typeface="Aptos"/>
              </a:rPr>
              <a:t>Configure a managed nonprofit CRM with standard workflows.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Shared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727A"/>
                </a:solidFill>
                <a:latin typeface="Aptos"/>
              </a:rPr>
              <a:t>Build a small internal database around the current process.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23544"/>
                </a:solidFill>
                <a:latin typeface="Aptos"/>
              </a:rPr>
              <a:t>Configuration speed versus customization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727A"/>
                </a:solidFill>
                <a:latin typeface="Aptos"/>
              </a:rPr>
              <a:t>Configure a managed nonprofit CRM with standard workflows.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727A"/>
                </a:solidFill>
                <a:latin typeface="Aptos"/>
              </a:rPr>
              <a:t>Build a small internal database around the current process.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8F8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3544"/>
                </a:solidFill>
                <a:latin typeface="Aptos"/>
              </a:rPr>
              <a:t>Hosted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Configure a managed nonprofit CRM with standard workflows.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3544"/>
                </a:solidFill>
                <a:latin typeface="Aptos"/>
              </a:rPr>
              <a:t>Shared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Build a small internal database around the current process.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3544"/>
                </a:solidFill>
                <a:latin typeface="Aptos"/>
              </a:rPr>
              <a:t>RATIONALE  Configuration speed versus customization; Subscription cost versus maintenance ownership  ·  OWNER  Fundraising operations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Configure one hosted CRM workflow with synthetic donor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B8D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7C86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23544"/>
                </a:solidFill>
                <a:latin typeface="Aptos"/>
              </a:rPr>
              <a:t>Configure one hosted CRM workflow with synthetic donor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727A"/>
                </a:solidFill>
                <a:latin typeface="Aptos"/>
              </a:rPr>
              <a:t>Fundraising operations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7C86"/>
                </a:solidFill>
                <a:latin typeface="Aptos"/>
              </a:rPr>
              <a:t>2026-10-20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23544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727A"/>
                </a:solidFill>
                <a:latin typeface="Aptos"/>
              </a:rPr>
              <a:t>Fundraising operations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donor CRM pilot for the next fundraising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the donor CRM pilot for the next fundraising cycle</dc:title>
  <dc:subject>For Fundraising, operations, and volunteer coordinators — Approve one small pilot that improves follow-up owne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